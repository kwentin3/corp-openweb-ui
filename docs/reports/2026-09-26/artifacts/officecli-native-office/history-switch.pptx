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a00048a39ca4434" /><Relationship Type="http://schemas.openxmlformats.org/package/2006/relationships/metadata/core-properties" Target="/docProps/core.xml" Id="Rb4cfdec0fe9d4024" /><Relationship Type="http://schemas.openxmlformats.org/officeDocument/2006/relationships/extended-properties" Target="/docProps/app.xml" Id="Re7e24859ad524040" /><Relationship Type="http://schemas.openxmlformats.org/officeDocument/2006/relationships/custom-properties" Target="/docProps/custom.xml" Id="R429bc726f345476a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8e1022e90e3d4d65"/>
    <p:sldId id="257" r:id="R2e81abb5575c4cf9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8e1022e90e3d4d65" /><Relationship Type="http://schemas.openxmlformats.org/officeDocument/2006/relationships/slide" Target="/ppt/slides/slide2.xml" Id="R2e81abb5575c4cf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00f53d62514d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038bf07c3c442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cd3167397d481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e1e3ce377940f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9e811693944504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f2b995735cc4c89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b8a3d2e9946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94331a77445dd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1080000"/>
            <a:ext cx="756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EDITED BETA 92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1" name="TextBox 1"/>
          <p:cNvSpPr txBox="1"/>
          <p:nvPr/>
        </p:nvSpPr>
        <p:spPr>
          <a:xfrm xmlns:a="http://schemas.openxmlformats.org/drawingml/2006/main">
            <a:off x="720000" y="1080000"/>
            <a:ext cx="756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KEEP SLIDE 84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2026-09-26T15:04:18Z</dcterms:created>
  <cp:lastModifiedBy>OfficeCLI</cp:lastModifiedBy>
  <dcterms:modified xsi:type="dcterms:W3CDTF">2026-09-26T15:04:18Z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1.0.148</vt:lpwstr>
  </op:property>
  <op:property fmtid="{D5CDD505-2E9C-101B-9397-08002B2CF9AE}" pid="3" name="OfficeCLI.LastModified">
    <vt:lpwstr xmlns:vt="http://schemas.openxmlformats.org/officeDocument/2006/docPropsVTypes">2026-09-26T15:18:55Z</vt:lpwstr>
  </op:property>
</op:Properties>
</file>