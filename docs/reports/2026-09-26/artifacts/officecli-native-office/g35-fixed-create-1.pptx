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a00048a39ca4434" /><Relationship Type="http://schemas.openxmlformats.org/package/2006/relationships/metadata/core-properties" Target="/docProps/core.xml" Id="Rb4cfdec0fe9d4024" /><Relationship Type="http://schemas.openxmlformats.org/officeDocument/2006/relationships/extended-properties" Target="/docProps/app.xml" Id="Re7e24859ad524040" /><Relationship Type="http://schemas.openxmlformats.org/officeDocument/2006/relationships/custom-properties" Target="/docProps/custom.xml" Id="R429bc726f345476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e1022e90e3d4d65"/>
    <p:sldId id="257" r:id="R2e81abb5575c4cf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e1022e90e3d4d65" /><Relationship Type="http://schemas.openxmlformats.org/officeDocument/2006/relationships/slide" Target="/ppt/slides/slide2.xml" Id="R2e81abb5575c4cf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0f53d62514d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38bf07c3c44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d3167397d48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1e3ce377940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e81169394450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f2b995735cc4c8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b8a3d2e9946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94331a77445d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5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SOURCE BETA 52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75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2026-09-26T15:04:18Z</dcterms:created>
  <cp:lastModifiedBy>OfficeCLI</cp:lastModifiedBy>
  <dcterms:modified xsi:type="dcterms:W3CDTF">2026-09-26T15:04:18Z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2026-09-26T15:04:19Z</vt:lpwstr>
  </op:property>
</op:Properties>
</file>