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ecb5f6487c247e7" /><Relationship Type="http://schemas.openxmlformats.org/package/2006/relationships/metadata/core-properties" Target="/docProps/core.xml" Id="R57079c57d0cd4f12" /><Relationship Type="http://schemas.openxmlformats.org/officeDocument/2006/relationships/extended-properties" Target="/docProps/app.xml" Id="Ree0d9c89a58c4aa0" /><Relationship Type="http://schemas.openxmlformats.org/officeDocument/2006/relationships/custom-properties" Target="/docProps/custom.xml" Id="R3dd8f32ff15847e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a5f6f6d4fdf4c8d"/>
    <p:sldId id="257" r:id="R6411800d5a6841b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a5f6f6d4fdf4c8d" /><Relationship Type="http://schemas.openxmlformats.org/officeDocument/2006/relationships/slide" Target="/ppt/slides/slide2.xml" Id="R6411800d5a6841b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43b3c6cf346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306189a2643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abc153b8b4e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f24facb2348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f0f49513484d1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ff9bc0566f64c5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ce19cf1694e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7e36eff7545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2026-09-26T15:13:30Z</dcterms:created>
  <cp:lastModifiedBy>OfficeCLI</cp:lastModifiedBy>
  <dcterms:modified xsi:type="dcterms:W3CDTF">2026-09-26T15:13:30Z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2026-09-26T15:13:31Z</vt:lpwstr>
  </op:property>
</op:Properties>
</file>