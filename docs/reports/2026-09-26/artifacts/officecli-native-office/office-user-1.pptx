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901baa336aa408f" /><Relationship Type="http://schemas.openxmlformats.org/package/2006/relationships/metadata/core-properties" Target="/docProps/core.xml" Id="R720b4c6d19fb435c" /><Relationship Type="http://schemas.openxmlformats.org/officeDocument/2006/relationships/extended-properties" Target="/docProps/app.xml" Id="R54d3a49dcb214bbf" /><Relationship Type="http://schemas.openxmlformats.org/officeDocument/2006/relationships/custom-properties" Target="/docProps/custom.xml" Id="R730e34cb40954e8c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928ba7e4e3ed4609"/>
    <p:sldId id="257" r:id="Rb1668a51ae8d47b0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28ba7e4e3ed4609" /><Relationship Type="http://schemas.openxmlformats.org/officeDocument/2006/relationships/slide" Target="/ppt/slides/slide2.xml" Id="Rb1668a51ae8d47b0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6b0ba58c544b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c9e9a9d66e40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a91ef05b7b494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350771c7564c9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744453737040e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fb660aa544e34d8f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dae95b59842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2730f7886440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1800000"/>
            <a:ext cx="104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SOURCE BETA 52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1" name="TextBox 1"/>
          <p:cNvSpPr txBox="1"/>
          <p:nvPr/>
        </p:nvSpPr>
        <p:spPr>
          <a:xfrm xmlns:a="http://schemas.openxmlformats.org/drawingml/2006/main">
            <a:off x="720000" y="1800000"/>
            <a:ext cx="104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KEEP SLIDE 84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2026-09-26T15:09:56Z</dcterms:created>
  <cp:lastModifiedBy>OfficeCLI</cp:lastModifiedBy>
  <dcterms:modified xsi:type="dcterms:W3CDTF">2026-09-26T15:09:56Z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2026-09-26T15:09:57Z</vt:lpwstr>
  </op:property>
</op:Properties>
</file>