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26d7c8525014617" /><Relationship Type="http://schemas.openxmlformats.org/package/2006/relationships/metadata/core-properties" Target="/docProps/core.xml" Id="Re1a9f63bd2804292" /><Relationship Type="http://schemas.openxmlformats.org/officeDocument/2006/relationships/extended-properties" Target="/docProps/app.xml" Id="Rd4339e91c1b4498f" /><Relationship Type="http://schemas.openxmlformats.org/officeDocument/2006/relationships/custom-properties" Target="/docProps/custom.xml" Id="Ra8c98fe2a9a9475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4b2f9b12faaf4315"/>
    <p:sldId id="257" r:id="Rb35f92175ec44c6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b2f9b12faaf4315" /><Relationship Type="http://schemas.openxmlformats.org/officeDocument/2006/relationships/slide" Target="/ppt/slides/slide2.xml" Id="Rb35f92175ec44c6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e6f31f25824c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4c5c90e0d40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58242a8c474e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6cb1b506442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e4f72cdbf453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fb0a855754e443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6abe1b5e640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78cb2996b4c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90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SOURCE BETA 52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90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2026-09-26T15:17:20Z</dcterms:created>
  <cp:lastModifiedBy>OfficeCLI</cp:lastModifiedBy>
  <dcterms:modified xsi:type="dcterms:W3CDTF">2026-09-26T15:17:20Z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2026-09-26T15:17:21Z</vt:lpwstr>
  </op:property>
</op:Properties>
</file>