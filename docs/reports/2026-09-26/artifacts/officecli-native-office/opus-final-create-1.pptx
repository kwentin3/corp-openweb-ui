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ef46312dd04ecb" /><Relationship Type="http://schemas.openxmlformats.org/package/2006/relationships/metadata/core-properties" Target="/docProps/core.xml" Id="R3f146a6b71464fff" /><Relationship Type="http://schemas.openxmlformats.org/officeDocument/2006/relationships/extended-properties" Target="/docProps/app.xml" Id="R5bd71cc56dee459e" /><Relationship Type="http://schemas.openxmlformats.org/officeDocument/2006/relationships/custom-properties" Target="/docProps/custom.xml" Id="Rbe8f3e4023844c3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105b35af2014a9e"/>
    <p:sldId id="257" r:id="Rb9a05d84f32048a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105b35af2014a9e" /><Relationship Type="http://schemas.openxmlformats.org/officeDocument/2006/relationships/slide" Target="/ppt/slides/slide2.xml" Id="Rb9a05d84f32048a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1d4f2b20640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64b9a09f941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bea7d85db43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71363142a40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cb41916c14bc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f918e5faaf245e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10985cec64d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d7d4b12d446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80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80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2026-09-26T15:12:13Z</dcterms:created>
  <cp:lastModifiedBy>OfficeCLI</cp:lastModifiedBy>
  <dcterms:modified xsi:type="dcterms:W3CDTF">2026-09-26T15:12:13Z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2026-09-26T15:12:14Z</vt:lpwstr>
  </op:property>
</op:Properties>
</file>