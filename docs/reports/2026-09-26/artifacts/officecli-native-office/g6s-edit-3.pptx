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224fa51b247c4a83" /><Relationship Type="http://schemas.openxmlformats.org/package/2006/relationships/metadata/core-properties" Target="/docProps/core.xml" Id="R022f38b6ea77482b" /><Relationship Type="http://schemas.openxmlformats.org/officeDocument/2006/relationships/extended-properties" Target="/docProps/app.xml" Id="R73fcf5703ccd4496" /><Relationship Type="http://schemas.openxmlformats.org/officeDocument/2006/relationships/custom-properties" Target="/docProps/custom.xml" Id="R3f2f0d4bed47405e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dd839b2d0f2a40d0"/>
    <p:sldId id="257" r:id="R7afcd60b0c134a79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dd839b2d0f2a40d0" /><Relationship Type="http://schemas.openxmlformats.org/officeDocument/2006/relationships/slide" Target="/ppt/slides/slide2.xml" Id="R7afcd60b0c134a79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78e52a7afc4c6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bed391da11460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b5c002b3ed497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96c9ead95b402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b848fc77414d53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c2121befdea74f10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88dbd16838498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e2dd5bb26c45a0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0" name="TextBox 1"/>
          <p:cNvSpPr txBox="1"/>
          <p:nvPr/>
        </p:nvSpPr>
        <p:spPr>
          <a:xfrm xmlns:a="http://schemas.openxmlformats.org/drawingml/2006/main">
            <a:off x="720000" y="1080000"/>
            <a:ext cx="720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EDITED BETA 92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1" name="TextBox 1"/>
          <p:cNvSpPr txBox="1"/>
          <p:nvPr/>
        </p:nvSpPr>
        <p:spPr>
          <a:xfrm xmlns:a="http://schemas.openxmlformats.org/drawingml/2006/main">
            <a:off x="720000" y="1080000"/>
            <a:ext cx="720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KEEP SLIDE 84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OfficeCLI/1.0.148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2026-09-26T14:40:18Z</dcterms:created>
  <cp:lastModifiedBy>OfficeCLI</cp:lastModifiedBy>
  <dcterms:modified xsi:type="dcterms:W3CDTF">2026-09-26T14:40:18Z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1.0.148</vt:lpwstr>
  </op:property>
  <op:property fmtid="{D5CDD505-2E9C-101B-9397-08002B2CF9AE}" pid="3" name="OfficeCLI.LastModified">
    <vt:lpwstr xmlns:vt="http://schemas.openxmlformats.org/officeDocument/2006/docPropsVTypes">2026-09-26T14:46:36Z</vt:lpwstr>
  </op:property>
</op:Properties>
</file>