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24fa51b247c4a83" /><Relationship Type="http://schemas.openxmlformats.org/package/2006/relationships/metadata/core-properties" Target="/docProps/core.xml" Id="R022f38b6ea77482b" /><Relationship Type="http://schemas.openxmlformats.org/officeDocument/2006/relationships/extended-properties" Target="/docProps/app.xml" Id="R73fcf5703ccd4496" /><Relationship Type="http://schemas.openxmlformats.org/officeDocument/2006/relationships/custom-properties" Target="/docProps/custom.xml" Id="R3f2f0d4bed47405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d839b2d0f2a40d0"/>
    <p:sldId id="257" r:id="R7afcd60b0c134a7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d839b2d0f2a40d0" /><Relationship Type="http://schemas.openxmlformats.org/officeDocument/2006/relationships/slide" Target="/ppt/slides/slide2.xml" Id="R7afcd60b0c134a7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8e52a7afc4c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ed391da1146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5c002b3ed49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6c9ead95b40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848fc77414d5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2121befdea74f1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8dbd1683849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2dd5bb26c45a0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EDITED BETA 92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2026-09-26T14:40:18Z</dcterms:created>
  <cp:lastModifiedBy>OfficeCLI</cp:lastModifiedBy>
  <dcterms:modified xsi:type="dcterms:W3CDTF">2026-09-26T14:40:18Z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2026-09-26T15:08:18Z</vt:lpwstr>
  </op:property>
</op:Properties>
</file>