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09b7392b3df4d8d" /><Relationship Type="http://schemas.openxmlformats.org/package/2006/relationships/metadata/core-properties" Target="/docProps/core.xml" Id="R143748c943b742fa" /><Relationship Type="http://schemas.openxmlformats.org/officeDocument/2006/relationships/extended-properties" Target="/docProps/app.xml" Id="R540e5f5786134557" /><Relationship Type="http://schemas.openxmlformats.org/officeDocument/2006/relationships/custom-properties" Target="/docProps/custom.xml" Id="R0909a5e8b999421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433a0751a5c43d3"/>
    <p:sldId id="257" r:id="Rcc9a5a1c463c4f1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433a0751a5c43d3" /><Relationship Type="http://schemas.openxmlformats.org/officeDocument/2006/relationships/slide" Target="/ppt/slides/slide2.xml" Id="Rcc9a5a1c463c4f1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eba35c7284f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f96f5d1de44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b561c20da40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71fd4d6e24a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22dde937248e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13e09f98ff34a2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f95c1112643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af4c2bd0e42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252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252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2026-09-26T15:17:47Z</dcterms:created>
  <cp:lastModifiedBy>OfficeCLI</cp:lastModifiedBy>
  <dcterms:modified xsi:type="dcterms:W3CDTF">2026-09-26T15:17:47Z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2026-09-26T15:17:49Z</vt:lpwstr>
  </op:property>
</op:Properties>
</file>