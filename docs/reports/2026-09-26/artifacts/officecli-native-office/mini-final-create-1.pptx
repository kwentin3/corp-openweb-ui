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c00865b63724c4b" /><Relationship Type="http://schemas.openxmlformats.org/package/2006/relationships/metadata/core-properties" Target="/docProps/core.xml" Id="R8ec813ea1711489a" /><Relationship Type="http://schemas.openxmlformats.org/officeDocument/2006/relationships/extended-properties" Target="/docProps/app.xml" Id="R8f6c882df2ac4727" /><Relationship Type="http://schemas.openxmlformats.org/officeDocument/2006/relationships/custom-properties" Target="/docProps/custom.xml" Id="R1878fa92db3a44c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d3f82b37b0e46b4"/>
    <p:sldId id="257" r:id="Rde49b1befd22442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d3f82b37b0e46b4" /><Relationship Type="http://schemas.openxmlformats.org/officeDocument/2006/relationships/slide" Target="/ppt/slides/slide2.xml" Id="Rde49b1befd22442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85f3f60f549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60418f66f4d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6ef6583f024b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41be0f8d245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4802ae723441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40c47fc285a488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0888850374d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5fe95e05b4c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2026-09-26T15:13:06Z</dcterms:created>
  <cp:lastModifiedBy>OfficeCLI</cp:lastModifiedBy>
  <dcterms:modified xsi:type="dcterms:W3CDTF">2026-09-26T15:13:06Z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2026-09-26T15:13:07Z</vt:lpwstr>
  </op:property>
</op:Properties>
</file>