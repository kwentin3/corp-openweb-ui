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04749adc8f48bb" /><Relationship Type="http://schemas.openxmlformats.org/package/2006/relationships/metadata/core-properties" Target="/docProps/core.xml" Id="Rc7f0485ac947410c" /><Relationship Type="http://schemas.openxmlformats.org/officeDocument/2006/relationships/extended-properties" Target="/docProps/app.xml" Id="Rf4a14828b1564141" /><Relationship Type="http://schemas.openxmlformats.org/officeDocument/2006/relationships/custom-properties" Target="/docProps/custom.xml" Id="R1bbd792974d34af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6a2da278df54fa2"/>
    <p:sldId id="257" r:id="R9300c55665b7407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6a2da278df54fa2" /><Relationship Type="http://schemas.openxmlformats.org/officeDocument/2006/relationships/slide" Target="/ppt/slides/slide2.xml" Id="R9300c55665b7407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8c9881ae644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735b9d7af4f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a22efd4bc4e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ff1a8560e4c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8d9b380584e2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67fae1bd239493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b27e342c6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732fbb65a46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2026-09-26T15:07:44Z</dcterms:created>
  <cp:lastModifiedBy>OfficeCLI</cp:lastModifiedBy>
  <dcterms:modified xsi:type="dcterms:W3CDTF">2026-09-26T15:07:44Z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2026-09-26T15:07:45Z</vt:lpwstr>
  </op:property>
</op:Properties>
</file>