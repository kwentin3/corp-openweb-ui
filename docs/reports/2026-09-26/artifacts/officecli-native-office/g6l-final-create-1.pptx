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c1d89a355e54e30" /><Relationship Type="http://schemas.openxmlformats.org/package/2006/relationships/metadata/core-properties" Target="/docProps/core.xml" Id="Rec4add37dca3494c" /><Relationship Type="http://schemas.openxmlformats.org/officeDocument/2006/relationships/extended-properties" Target="/docProps/app.xml" Id="Rf7e0c244a1194af3" /><Relationship Type="http://schemas.openxmlformats.org/officeDocument/2006/relationships/custom-properties" Target="/docProps/custom.xml" Id="R06f0fe138d0046e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0ea56225c8484dd7"/>
    <p:sldId id="257" r:id="Ra4fd68eb7e6940a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ea56225c8484dd7" /><Relationship Type="http://schemas.openxmlformats.org/officeDocument/2006/relationships/slide" Target="/ppt/slides/slide2.xml" Id="Ra4fd68eb7e6940a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adc3bf1604f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a6722c1be4d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7ceb8c5cbe41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f78b033eba4f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1e848b2f74a8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f457cc83ef049a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1e574834c44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92de2ae564b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SOURCE BETA 52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2026-09-26T15:16:56Z</dcterms:created>
  <cp:lastModifiedBy>OfficeCLI</cp:lastModifiedBy>
  <dcterms:modified xsi:type="dcterms:W3CDTF">2026-09-26T15:16:56Z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2026-09-26T15:16:57Z</vt:lpwstr>
  </op:property>
</op:Properties>
</file>