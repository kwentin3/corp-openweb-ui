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796708d239c46e1" /><Relationship Type="http://schemas.openxmlformats.org/package/2006/relationships/metadata/core-properties" Target="/docProps/core.xml" Id="R60f9dceb2c404d3e" /><Relationship Type="http://schemas.openxmlformats.org/officeDocument/2006/relationships/extended-properties" Target="/docProps/app.xml" Id="R91c9846451634d5a" /><Relationship Type="http://schemas.openxmlformats.org/officeDocument/2006/relationships/custom-properties" Target="/docProps/custom.xml" Id="R43260b83e9d7468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09ae3ae308a946d5"/>
    <p:sldId id="257" r:id="Rcf67e0dd96064c34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9ae3ae308a946d5" /><Relationship Type="http://schemas.openxmlformats.org/officeDocument/2006/relationships/slide" Target="/ppt/slides/slide2.xml" Id="Rcf67e0dd96064c34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0b3d68f3e44f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42908a7f645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27a28f96048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4bd8ff45094e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52dcf0d7c645d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4f95e697f0a4d7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68da38f5642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494791ea7450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SOURCE BETA 52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08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2026-09-26T15:08:41Z</dcterms:created>
  <cp:lastModifiedBy>OfficeCLI</cp:lastModifiedBy>
  <dcterms:modified xsi:type="dcterms:W3CDTF">2026-09-26T15:08:41Z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2026-09-26T15:08:42Z</vt:lpwstr>
  </op:property>
</op:Properties>
</file>