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d5f4dbba79647f4" /><Relationship Type="http://schemas.openxmlformats.org/package/2006/relationships/metadata/core-properties" Target="/docProps/core.xml" Id="Rdda1f9fba9ff4768" /><Relationship Type="http://schemas.openxmlformats.org/officeDocument/2006/relationships/extended-properties" Target="/docProps/app.xml" Id="R23b660f19d7a47db" /><Relationship Type="http://schemas.openxmlformats.org/officeDocument/2006/relationships/custom-properties" Target="/docProps/custom.xml" Id="R950a525baf3c484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c6eedcf927c7453a"/>
    <p:sldId id="257" r:id="R3ee58ac1d8ee4f9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6eedcf927c7453a" /><Relationship Type="http://schemas.openxmlformats.org/officeDocument/2006/relationships/slide" Target="/ppt/slides/slide2.xml" Id="R3ee58ac1d8ee4f9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bc3d4b85e41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69b97376a46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71e7f7a64b47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b2635845841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7f88a33724ab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70ab8c437d0448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d8e09cbb44e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bd5b770f043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252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SOURCE BETA 52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252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2026-09-26T15:12:40Z</dcterms:created>
  <cp:lastModifiedBy>OfficeCLI</cp:lastModifiedBy>
  <dcterms:modified xsi:type="dcterms:W3CDTF">2026-09-26T15:12:40Z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2026-09-26T15:12:42Z</vt:lpwstr>
  </op:property>
</op:Properties>
</file>