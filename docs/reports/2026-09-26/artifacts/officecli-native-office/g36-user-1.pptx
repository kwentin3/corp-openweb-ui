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2251f6a1e294890" /><Relationship Type="http://schemas.openxmlformats.org/package/2006/relationships/metadata/core-properties" Target="/docProps/core.xml" Id="R1010e34c974d4805" /><Relationship Type="http://schemas.openxmlformats.org/officeDocument/2006/relationships/extended-properties" Target="/docProps/app.xml" Id="R64c92edfb2e94442" /><Relationship Type="http://schemas.openxmlformats.org/officeDocument/2006/relationships/custom-properties" Target="/docProps/custom.xml" Id="Rb9269142f272456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fce4a03ea0d54136"/>
    <p:sldId id="257" r:id="R6d92fec865c442c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fce4a03ea0d54136" /><Relationship Type="http://schemas.openxmlformats.org/officeDocument/2006/relationships/slide" Target="/ppt/slides/slide2.xml" Id="R6d92fec865c442c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2981d6118433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573ac53634fe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aaa9883ae740e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effc6fdf34d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7add2f7f24f6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b422f0efdcc477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f72f0a94c540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4a4141914499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SOURCE BETA 52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2026-09-26T15:06:28Z</dcterms:created>
  <cp:lastModifiedBy>OfficeCLI</cp:lastModifiedBy>
  <dcterms:modified xsi:type="dcterms:W3CDTF">2026-09-26T15:06:28Z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2026-09-26T15:06:29Z</vt:lpwstr>
  </op:property>
</op:Properties>
</file>